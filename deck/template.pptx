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anrope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anrop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634a190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6634a190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634a1b3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6634a1b3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634a1b3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634a1b3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6634a1b3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6634a1b3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634a1b3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634a1b3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634a1b3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6634a1b3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6634a1b3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6634a1b3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634a1b3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6634a1b3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6634a1b3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6634a1b3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634a1b3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6634a1b3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634a1b3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6634a1b3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634a190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6634a190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 16188756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submission deck is designed to help you present your startup in a structured and consistent manner. It enables reviewers to evaluate your solution across product, technology, AI innovation, business viability, customer validation, and enterprise readiness.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Strong submissions will demonstrate:</a:t>
            </a:r>
            <a:endParaRPr b="1"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clearly validated customer problem and market opportunity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Meaningful and responsible application of AI to solve the problem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Technical depth through a scalable and well-designed architecture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Product maturity supported by customer validation and measurable traction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sustainable business model with a clear go-to-market strategy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compelling vision for growth through the BITSoM Vertex incubation programme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Guidelines</a:t>
            </a:r>
            <a:b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b="1"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is not a traditional fundraising pitch deck.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Focus on demonstrating the reasoning behind your decisions rather than making marketing claims.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Wherever applicable, support your responses with evidence, metrics, customer insights, product screenshots, architecture diagrams, user journeys, and other relevant visuals.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Not every question may be applicable to every startup. Answer the questions that are most relevant to your solution and provide sufficient context to help reviewers understand your approach.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IMPORTANT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does your startup do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milestone best represents your progress so far?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Startup Snapshot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problem are you solving, and who experiences it most acutely?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evidence validates that this is a meaningful problem worth solving?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Problem Understanding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Who is your ideal customer, and who makes the buying decision?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How large is the opportunity you are targeting?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Customer &amp; Market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is your solution, and how does it solve the identified problem?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are the core capabilities of your product?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measurable value does your solution deliver?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Solution Overview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How is your solution </a:t>
            </a:r>
            <a:r>
              <a:rPr b="1" lang="en-GB" sz="1100">
                <a:solidFill>
                  <a:schemeClr val="dk1"/>
                </a:solidFill>
              </a:rPr>
              <a:t>architecture</a:t>
            </a:r>
            <a:r>
              <a:rPr b="1" lang="en-GB" sz="1100">
                <a:solidFill>
                  <a:schemeClr val="dk1"/>
                </a:solidFill>
              </a:rPr>
              <a:t> end-to-end, including data flow and major system components?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role does AI play within your solution, and which capabilities or workflows are powered by it?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Technology &amp; AI Architecture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alternatives exist today, and how does your solution compare?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If a foundation-model provider shipped this feature tomorrow, why do you still win?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Competitive Advantage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are your next major product and business milestones?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is your long-term vision for the startup?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Vision &amp; Roadmap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is your team uniquely positioned to solve this problem?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domain and technical expertise does the founding team bring?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17" name="Google Shape;117;p22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Team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have you applied to the BITSoM Vertex programme?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Which challenge is currently limiting your startup's growth?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</a:rPr>
              <a:t> Why BITSoM Vertex?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Provide links to your: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Deployed Project Link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Project Demo Video (3–5 Minutes)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Website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GitHub Repository (if applicable)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Product Documentation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Contact Details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Supporting Material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 title="Frame 161887560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